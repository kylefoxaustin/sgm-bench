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n1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11" y="201168"/>
            <a:ext cx="10447673" cy="5897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2362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F6368"/>
                </a:solidFill>
                <a:latin typeface="Calibri"/>
              </a:rPr>
              <a:t>Frame rate on a linear axis. Each bar carries its fps, and in parentheses the work rate (MDE/s) and the wall-clock milliseconds behind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n2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11" y="201168"/>
            <a:ext cx="10447673" cy="5897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2362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F6368"/>
                </a:solidFill>
                <a:latin typeface="Calibri"/>
              </a:rPr>
              <a:t>The same roster and the same algorithm at the other input size — the only variable between these two slides is the input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