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Semi-Global Matching across ten processors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368"/>
                </a:solidFill>
                <a:latin typeface="Calibri"/>
              </a:rPr>
              <a:t>1920x1080  ·  D=64  ·  4 paths  ·  9x7 census  ·  every row bit-exact to golden 0bc0102058d1505f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554480"/>
                <a:gridCol w="1005840"/>
                <a:gridCol w="1371600"/>
                <a:gridCol w="1463040"/>
                <a:gridCol w="182880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*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38,356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587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2,655x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9.35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983x (time only)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13.19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10,061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145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23.28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5,701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87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395x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51.70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6.6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72.64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3,654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126x (time only)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97.99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94x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148.44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6.8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62x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256.00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16.1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 @2.5GHz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313.60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336.11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341.30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 @1.8GHz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1,588.74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0.2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1,846.00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1.6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9,188.00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1x faster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C8BF5"/>
                </a:solidFill>
                <a:latin typeface="Calibri"/>
              </a:rPr>
              <a:t>2,655x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fastest published Arm-CPU SGM,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at matched D and matched path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 / 4 / 3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processors / vendors / programming models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* DRAM GB/s = achieved (DERIVED: modelled bytes / measured phase time) / ceiling (MEASURED, copy probe per board; CPU+Mali share one bus). GPUs run at 42-58% of ceiling (memory-bound); CPUs/Malis at 8-37% (compute-bound). Aggregation streams 1.46 GB/frame at 1080p D=64. Blank = not instrumented. MDE/s = W x H x D / runtime — right for comparing implementations, wrong for choosing a configuration.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20 SM, CUDA 13.2,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13.19 ms
        =  132,710,400 disparity estimations / 0.01319 s
        =  10,061 million disparity estimations per second
frame rate  =  1000 / 13.19  =  75.8 fps
pixel rate  =  2.0736 Mpx x 75.8  =  157.21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Rewritten warp-centric: one warp owns a scanline's whole disparity range,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 in registers, min-reduce by __shfl_xor, ZERO barriers in the recurrence.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2.69x over the naive OpenCL transliteration (35.39 -&gt; 13.19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BOUND: aggregate moves 1.46 GB in 10.04 ms = 145 GB/s,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against a 247 GB/s copy ceiling measured on this same part.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 across the D sweep is 12,138 MDE/s at D=128; D=256 falls back to 9,409.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Ampere, 16 SM, CUDA 12.6,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23.28 ms
        =  132,710,400 disparity estimations / 0.02328 s
        =  5,701 million disparity estimations per second
frame rate  =  1000 / 23.28  =  43.0 fps
pixel rate  =  2.0736 Mpx x 43.0  =  89.07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kernel, same changes: 3.10x over the naive port (72.27 -&gt; 23.28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run, before any tuning — the payoff for porting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verified OpenCL kernel one-for-one instead of writing a new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170 SM, discrete, 32 GB, driver 580.173  |  D=128: 4.09 ms  ·  D=256: 7.08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3.46 ms
        =  132,710,400 disparity estimations / 0.00346 s
        =  38,356 million disparity estimations per second
frame rate  =  1000 / 3.46  =  289.0 fps
pixel rate  =  2.0736 Mpx x 289.0  =  599.31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target measured: 37,383 MDE/s at D=64, 282 fps at 1080p.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64,880 MDE/s at D=128 and 74,957 at D=256 -- and unlike Thor it shows NO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reversal at D=256, which is what the traffic mechanism predicts on a part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5.6x the memory bandwidth.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Bandwidth: 587 GB/s achieved of a measured 1,385 GB/s ceiling = 42%,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LOWEST utilisation of the three GPUs despite being the fastest -- so at this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speed it is no longer purely bandwidth-bound.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Built as PTX and JIT-compiled by the driver: the local toolkit is CUDA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12.6, which cannot target sm_120. Golden verified, but not a native build.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⭐ ITS STEREO HARDWARE IS MEASURED, AND STEREO MODE IS ALREADY GONE.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NV_OF_MODE_STEREODISPARITY returns UNSUPPORTED_FEATURE at every grid size;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NVIDIA's documented deprecation has already landed on Blackwell.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fallback -- X component of general optical flow -- runs 8.50 ms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5.3% bad pixels, against our CUDA SGM's 4.13 ms and 2.8% on the same scene.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faster AND more accurate, while doing less work (1D vs 2D).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🚨 13.4% of pixels return a non-zero VERTICAL component, largest 75 px --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errors the removed stereo mode was structurally incapable of producing.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2.2-2.5 GHz, NEON  |  single core: 313.60 ms = 423 MDE/s @2.5 GHz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51.70 ms
        =  132,710,400 disparity estimations / 0.05170 s
        =  2,567 million disparity estimations per second
frame rate  =  1000 / 51.70  =  19.3 fps
pixel rate  =  2.0736 Mpx x 19.3  =  40.11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CPU headline: 10.4x the fastest published Arm-CPU SGM at matched 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and matched path count (ReS2tAC, Sensors 21(11):3938, 2021 — 242 MDE/s).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Best single core measured at 423 MDE/s; scales monotonically 1-&gt;8 threads.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D=64 -&gt; D=128 is FLAT (-2.4%): 16 NEON lanes are already full at D=64.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  |  single core: 332.22 ms = 400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97.99 ms
        =  132,710,400 disparity estimations / 0.09799 s
        =  1,354 million disparity estimations per second
frame rate  =  1000 / 97.99  =  10.2 fps
pixel rate  =  2.0736 Mpx x 10.2  =  21.16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Ran THIS repository's a55 NEON implementation unmodified, on another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vendor's silicon, and reproduced the golden at every thread count.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Per-core 402 MDE/s vs the A720's 423 — a 5% gap between two wide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out-of-order Arm cores from different vendors on the same algorithm.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Peaks at SIX threads, not eight; 8 threads is slower on that 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HVX contexts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148.44 ms
        =  132,710,400 disparity estimations / 0.14844 s
        =  894 million disparity estimations per second
frame rate  =  1000 / 148.44  =  6.7 fps
pixel rate  =  2.0736 Mpx x 6.7  =  13.97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MEDIAN of 5 invocations; the board is BIMODAL between invocations (18%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720p) so minima are the estimator most sensitive to luck -- quote medians.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Went 18.7x -&gt; ... -&gt; 1.51x vs the A78C cluster across one day of tuning,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nothing retracted: always labelled a floor of EFFORT. Beats one A78C core 2.26x.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Six hardware threads but only FOUR HVX contexts, so 4 threads is optimal.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Still latency-bound at 6.8 of 28 GB/s — a different wall to Thor's.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256.00 ms
        =  132,710,400 disparity estimations / 0.25600 s
        =  518 million disparity estimations per second
frame rate  =  1000 / 256.00  =  3.9 fps
pixel rate  =  2.0736 Mpx x 3.9  =  8.10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Loses to TWO A720 cores. But this is an UNBOUNDED FLOOR, not a verdict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on the hardware: the kernel carries ONE dependency chain per work-item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three barrier sites per step and never interleaves chains.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Nobody has done for this part what was done for the DSP.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Thor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 (Optical Flow Accelerator), VPI 4.1.4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9.35 ms
        =  132,710,400 disparity estimations / 0.00935 s
        =  14,201 million disparity estimations per second
frame rate  =  1000 / 9.35  =  107.0 fps
pixel rate  =  2.0736 Mpx x 107.0  =  221.89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DEDICATED STEREO HARDWARE, and it beats our tuned CUDA on the same chip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by 2.34x (9.35 ms vs 21.86 ms at 1920x1080 D=128).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bit-exact to our golden: VPI's SGM is a different implementation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its own census, penalties and confidence output. Throughput comparison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matched resolution and D -- NOT the same test, and NOT a quality claim.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🔴 ACCURACY WITHDRAWN. Scored against ground truth our SGM gets 2.6% bad&gt;1px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(MAE 0.45); OFA aligns under no simple descaling, so its accuracy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UNMEASURED and this 2.34x is throughput only.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VPI defaults to includeDiagonals=1, so OFA ran 8 paths against our 4. Measured,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assumed: OFA costs 9.42 ms at 8 paths and 9.85 at 4 -- path-count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independent. The timing stands and OFA delivers an 8-path result in our time.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It defaults to downscaleFactor=2, which emits a 960x540 map from 1080p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input in 4.14 ms. Quoting that as a 1080p figure overstates it by 2.3x.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Orin AGX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engine, VPI 3.2.4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72.64 ms
        =  132,710,400 disparity estimations / 0.07264 s
        =  1,827 million disparity estimations per second
frame rate  =  1000 / 72.64  =  13.8 fps
pixel rate  =  2.0736 Mpx x 13.8  =  28.55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same fixed-function engine one generation earlier, and here it LOSES: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our CUDA kernel does the same work in 33.16 ms against the hardware's 72.64.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wins by 2.19x on the silicon built for this exact job.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Thor's OFA is 7.8x faster than Orin's at identical settings -- a far larger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generational jump than the 1.5x between the two GPUs.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Taken together these two rows are the interesting result: whether dedicated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hardware beats a tuned kernel is a property of the generation, not of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idea of dedicated hardware.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Same caveats as the Thor row: not bit-exact, accuracy unmeasured, and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timed region excludes format conversion where ours is end-to-end (&lt;5%).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  |  single core: 1,588.74 ms = 84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341.30 ms
        =  132,710,400 disparity estimations / 0.34130 s
        =  389 million disparity estimations per second
frame rate  =  1000 / 341.30  =  2.9 fps
pixel rate  =  2.0736 Mpx x 2.9  =  6.08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reference platform this project is anchored to, and the slowest CPU here.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Scales 4.65x from 1 to 6 cores (1,588.74 -&gt; 341.30 ms) -- that spread is also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proof that the -t thread flag was working on these runs, since the inert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flag it was found to have would have collapsed every count to one timing.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 core 84 MDE/s against the A720's 423: a 5.0x gap between an in-order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little core at 1.8 GHz and a wide out-of-order core at 2.5 GHz.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Block-width optimum is 192 here and 256 on the A720 -- not the same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1,846.00 ms
        =  132,710,400 disparity estimations / 1.84600 s
        =  72 million disparity estimations per second
frame rate  =  1000 / 1,846.00  =  0.5 fps
pixel rate  =  2.0736 Mpx x 0.5  =  1.12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entry-tier part, same kernel, same hash. Its 'no compute driver'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reputation is wrong — it ships working OpenCL 3.0 and merely lacks clinfo.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-O2, no SIMD,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9,188.00 ms
        =  132,710,400 disparity estimations / 9.18800 s
        =  14 million disparity estimations per second
frame rate  =  1000 / 9,188.00  =  0.1 fps
pixel rate  =  2.0736 Mpx x 0.1  =  0.23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Deliberately boring: the oracle every other bar is checked against.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defines the golden hash, so it cannot be wrong by construction —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can only be slow, and it is 699x slower than the fastest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On real stereo imagery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Middlebury 2014 'Motorcycle' — a real calibrated two-camera capture, dense structured-light ground truth — 1482x1000, D=128</a:t>
            </a:r>
          </a:p>
        </p:txBody>
      </p:sp>
      <p:pic>
        <p:nvPicPr>
          <p:cNvPr id="4" name="Picture 3" descr="motorcycle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32880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89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All seven targets produce the identical golden e8a95242882013f0 — the picture is the same, only the time differs. Accuracy vs dense ground truth: bad&gt;1px 16.2%, bad&gt;2px 11.2%, MAE 3.35, independently reproduced by another party on hardware we have never touched.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Real imagery is a better ACCEPTANCE test, not just a more realistic one: 14,417 pixels have a tied minimum here against 20 on the synthetic scene, so the hash-critical tie-break rule is pinned 720x harder.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Configuration B across the same roster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1920x800 in, 960x400 out  ·  two full 64-D scales, costs averaged  ·  8 paths, weighted P1  ·  census 9x7 on SobelX  ·  P2=200 saturating  ·  every row bit-exact to golden bcb9cb0bd6f49799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914400"/>
                <a:gridCol w="1737360"/>
                <a:gridCol w="1188720"/>
                <a:gridCol w="1737360"/>
                <a:gridCol w="2194560"/>
              </a:tblGrid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 (work)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OFA on Thor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3.38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4,220x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110.1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13,538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1,571x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OFA on Orin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957x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45.10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1,688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 (6 threads)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211.90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67x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238.30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276.30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380.00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442.60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470.90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640.10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2,201.00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2,704.00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14,265.00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the floor (1x)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C8BF5"/>
                </a:solidFill>
                <a:latin typeface="Calibri"/>
              </a:rPr>
              <a:t>1,575x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1.30x / 1.60x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cluster over one NSP at matched tiers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NSP over one A78C 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13 / 4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targets / programming models (CUDA,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OpenCL, NEON, HVX) 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(work) = both full-search scales count: (0.384 + 1.536) Mpx x 64 / runtime. OFA rows: the engines' OWN SGM at matched in/out geometry (1920x800 -&gt; 960x400 via downscaleFactor=2, D=128) - throughput only, not gated; full-res-out variants 9.15 / 54.94 ms. Software tiers as Configuration 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Configuration B: multi-scale, 8-path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1920x800 in, 960x400 out - two FULL 64-disparity scales with data costs averaged (multi-scale fusion, not coarse-to-fine), census 9x7 on SobelX, 8 paths with direction-weighted P1 (40/20/10), P2=200 saturating.</a:t>
            </a:r>
          </a:p>
        </p:txBody>
      </p:sp>
      <p:pic>
        <p:nvPicPr>
          <p:cNvPr id="4" name="Picture 3" descr="results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417320"/>
            <a:ext cx="703408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Same roster, same acceptance model: every row bit-exact to golden bcb9cb0bd6f49799, same implementation tiers as Configuration A (tuned CUDA / OpenCL / NEON+OpenMP / HVX, scalar oracle as the floor). At matched tiers it ranks like Configuration A - the CPU cluster leads one NSP ~1.3x on both; per engine, one NSP beats one A78C core 1.60x.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6539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is the work-performed convention - both scales count. The OFA engines cannot run this configuration (no 8-path, weighted-P1 or two-scale controls).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Configuration C: one variable at a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C is exactly B's algorithm on A's own 1920x1080 stereo pair (out 960x540): A-&gt;C isolates the ALGORITHM, C-&gt;B isolates RESOLUTION - one knob each. Golden 0f0961d623009df5, every software row bit-exact.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17904"/>
          <a:ext cx="11064240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914400"/>
                <a:gridCol w="1828800"/>
                <a:gridCol w="2011680"/>
                <a:gridCol w="2834640"/>
              </a:tblGrid>
              <a:tr h="21945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 (work)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xB  (pixels predict 1.35x)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OFA on Thor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4.1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1.21  (time only — own algorithm)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12.0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13,870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1.32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OFA on Orin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19.5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1.31  (time only — own algorithm)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56.7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2,928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1.26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96.9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1.33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239.6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692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1.01  &lt;- see note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Cortex-A78C x8 (6 threads)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291.8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1.38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372.4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446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1.35  (and constant MDE/s vs B)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509.4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326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1.34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595.3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1.34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Cortex-A720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643.1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1.37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844.8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1.32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Cortex-A55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2,954.0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1.34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3,657.0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1.35</a:t>
                      </a:r>
                    </a:p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18,020.0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1.26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44068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02124"/>
                </a:solidFill>
                <a:latin typeface="Calibri"/>
              </a:rPr>
              <a:t>Two clean statements on the 5090, one knob each:  A -&gt; C (same input images, algorithm swap): 3.46 -&gt; 11.96 ms - the two-scale 8-path algorithm costs ~3.5x the single-scale 4-path one.  C -&gt; B (same algorithm, 1080 -&gt; 800 rows): 11.96 -&gt; 9.08 ms - the smaller frame buys back exactly its pixel share.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0819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02124"/>
                </a:solidFill>
                <a:latin typeface="Calibri"/>
              </a:rPr>
              <a:t>The exception is the finding: the A720 CLUSTER runs C at B's wall-clock (1.01x) while its single core pays the full pixel tax (1.37x) - B's 8-thread run was never work-limited (thread scaling 1.98x vs C's 2.68x), so the extra 35% of pixels ride in the cluster's slack for free.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836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A78C/NSP cells: medians of repeated invocations (bimodal board). OFA rows: matched geometry, OWN algorithm at D=128 — not bit-exact, MDE/s(work) undefined.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tuned  |  canonical: median of 5 invocations x 20 frames, 0.1% spread on a quiet 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0.00908 s
        =  13,533 million disparity estimations per second
frame rate  =  1000 / 9.08  =  110.13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Configuration B target: 110 fps of two-scale, 8-path, weighted-P1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SGM on a workload designed for a fixed-function embedded block.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port is a GENERIC path kernel: one warp owns one path line in any of the 8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directions, line start derived from the direction pair, P1 passed per launch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 the direction weighting costs nothing. Bit-exact on the first full run.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lacks the primary kernel's path-pairing pass, so this row is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conservative side of what the card can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same kernel,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0.04510 s
        =  2,725 million disparity estimations per second
frame rate  =  1000 / 45.10  =  22.17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22 fps embedded. Same generic 8-direction kernel as the 5090, bit-exact.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gap to the 5090 (5.0x) is close to the bandwidth ratio of the parts,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consistent with the Configuration A finding that tuned SGM converges 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traffic once the arithmetic is done.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same kernel,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0.07280 s
        =  1,688 million disparity estimations per second
frame rate  =  1000 / 72.80  =  13.74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14 fps on the previous embedded generation, bit-exact, no per-part tuning.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 (6 threads)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NEON+OpenMP  |  single core: 442.60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0.21190 s
        =  580 million disparity estimations per second
frame rate  =  1000 / 211.90  =  4.72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best programmable embedded result -- and it was measured by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collaborating session running multiscale/sgm_ms_neon.c UNMODIFIED on their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silicon, golden every run. Medians of five invocations on a board that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bimodal by ~9% between invocations; medians quoted, never minima.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This row is also what corrected the record: at the oracle tier the NSP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appeared to lead the cluster 3.29x; at the matched NEON tier the cluster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leads 1.30x. A cross-tier comparison is a cross-configuration comparison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wearing a platform comparison's clothes.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NEON+OpenMP  |  single core: 470.9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0.23830 s
        =  516 million disparity estimations per second
frame rate  =  1000 / 238.30  =  4.20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NEON tier is 5.8x the scalar oracle on this cluster. The kernel keeps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Configuration A's register scheme and adds the saturating step,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direction-weighted P1 per sweep, and a uint16 sum plane for 8-path 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OpenMP is output-neutral by construction: rows for horizontal sweeps,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columns-within-row for vertical and diagonal, so the hash cannot move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the thread count.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contexts  |  median of 5, 0.75% spread, golden 10/10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0.27630 s
        =  445 million disparity estimations per second
frame rate  =  1000 / 276.30  =  3.62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Contributed port, independently re-verified (three further gated runs,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269-272 ms). Per ENGINE this is the embedded win: one NSP beats one A78C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core 1.60x at matched tiers.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Diagonals use a sync-free chain-band decomposition -- workers own equal-pixel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bands of diagonal chains, S worker-disjoint, bit-exact with NO barriers.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two-scale merge is fused into the stage-2 cost build, saving ~200 MB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of traffic per frame. The 4-HVX-context knee holds here too: 6 threads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29% WORSE than 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P2=200 overflowed their packed (S&lt;&lt;6)|d argmin key at S=2040 -- the warned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saturation failure mode, one stage downstream of the warned location.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Redesigned and sim-proven on tie-storms at the cap before shipping.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0.38000 s
        =  323 million disparity estimations per second
frame rate  =  1000 / 380.00  =  2.63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One 16-work-item work-group owns each path line; barriers are uniform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because every work-item in the group walks the same line trajectory.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attempt. Same caveat as Configuration A: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single-chain-per-line kernel is an effort floor for this part, not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verdict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NEON+OpenMP  |  single core: 2,201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0.64010 s
        =  192 million disparity estimations per second
frame rate  =  1000 / 640.10  =  1.56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anchor platform runs the full two-scale 8-path configuration at 1.56 fps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-- 22x the scalar oracle on the same six cores' single-core floor.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saturating NEON step (vqaddq_u8 against P2=200) is the part Configuration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 never needed: its static assert guarantees no overflow at P2=192, and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Configuration B is the configuration that breaks that assumption.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2.70400 s
        =  45 million disparity estimations per second
frame rate  =  1000 / 2,704.00  =  0.37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OpenCL kernel as the G720, same hash, one compute unit.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plain C,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14.26500 s
        =  9 million disparity estimations per second
frame rate  =  1000 / 14,265.00  =  0.07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multiscale/sgm_ms_ref.c defines golden bcb9cb0bd6f49799 and pins every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contestable choice in its header: ties to lowest d, saturation at 255,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2x2 box downsample, (x/2, y/2, d/2) merge indexing, x-d&lt;0 costs 63.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Every row above reproduces it byte-exactly or its timing is void.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