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nine execution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b1b407b5949f0cc1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138.64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332.22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not yet measured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699x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discrete, 32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368"/>
                </a:solidFill>
                <a:latin typeface="Calibri"/>
              </a:rPr>
              <a:t>No measurement exists for this part, so no number is derived.
Nothing is estimated in its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NOT MEASURED. The GPU has been under another session's hard lease.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code is ready; it is one build and one run when the lease clears.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Shown here rather than omitted, because a missing row reads as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'not applicable' and this is 'not done yet'.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94.70 ms
        =  132,710,400 disparity estimations / 0.09470 s
        =  1,401 million disparity estimations per second
frame rate  =  1000 / 94.70  =  10.6 fps
pixel rate  =  2.0736 Mpx x 10.6  =  21.90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138.64 ms
        =  132,710,400 disparity estimations / 0.13864 s
        =  957 million disparity estimations per second
frame rate  =  1000 / 138.64  =  7.2 fps
pixel rate  =  2.0736 Mpx x 7.2  =  14.96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Went 18.7x -&gt; 12.8x -&gt; 1.45x slower than the A78C cluster IN ONE DAY,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nothing retracted, because the ratio was always labelled a FLOOR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EFFORT rather than the DSP's ceiling.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BEATS A SINGLE A78C CORE BY 2.40x.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