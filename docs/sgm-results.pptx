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b1b407b5949f0cc1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37,383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2,588x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138.64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332.22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3.55 ms
        =  132,710,400 disparity estimations / 0.00355 s
        =  37,383 million disparity estimations per second
frame rate  =  1000 / 3.55  =  281.7 fps
pixel rate  =  2.0736 Mpx x 281.7  =  584.11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 HAS STEREO HARDWARE TOO, and it is NOT measured here: the driver's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optical-flow library exports NvOFAPICreateInstanceCuda and references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NV_OF_INIT_PARAMS::disparityRange. Driving it needs the Optical Flow SDK,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which is behind an NVIDIA developer login. Confirmed to exist, unmeasured.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94.70 ms
        =  132,710,400 disparity estimations / 0.09470 s
        =  1,401 million disparity estimations per second
frame rate  =  1000 / 94.70  =  10.6 fps
pixel rate  =  2.0736 Mpx x 10.6  =  21.90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138.64 ms
        =  132,710,400 disparity estimations / 0.13864 s
        =  957 million disparity estimations per second
frame rate  =  1000 / 138.64  =  7.2 fps
pixel rate  =  2.0736 Mpx x 7.2  =  14.96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