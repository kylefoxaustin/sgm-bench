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OFA engines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cannot run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 8-path, weighted-P1 or two-scale controls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work-performed convention, both full-search scales count: (0.384 + 1.536) Mpx x 64 / runtime. Same implementation tiers as Configuration A: tuned CUDA / OpenCL / NEON+OpenMP / HVX, scalar oracle as the floor.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second independent run: 9.59 ms (shared, unlocked card)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0.00906 s
        =  13,563 million disparity estimations per second
frame rate  =  1000 / 9.06  =  110.38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