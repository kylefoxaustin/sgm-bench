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ceiling unmeasured on that board -- stated, not guessed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Achieved-byte instrumentation exists for Configuration A; the B/C runs reuse the same silicon and ceilings but their per-phase byte models are not separately derived.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scales count: (0.384 + 1.536) Mpx x 64 / runtime. OFA rows: their OWN SGM at matched geometry (ds=2, D=128), throughput only. ‡ DRAM = achieved / ceiling GB/s: ceilings MEASURED (same silicon as Config A; n.m. = not measured on that board); achieved left blank -- B's per-phase byte model is not derived, and an invented number would poison the column.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bit-exact. ‡ DRAM = achieved / ceiling GB/s: ceilings MEASURED (n.m. = not measured on that board); achieved blank — C's byte model is not derived.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