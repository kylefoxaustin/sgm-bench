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ten processors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0bc0102058d1505f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554480"/>
                <a:gridCol w="1005840"/>
                <a:gridCol w="1371600"/>
                <a:gridCol w="1463040"/>
                <a:gridCol w="1828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*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38,356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587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2,655x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throughput only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145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87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6.6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3,654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throughput only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148.44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6.8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336.11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1.6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2,655x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processors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* DRAM GB/s = achieved (DERIVED: modelled bytes / measured phase time) / ceiling (MEASURED, copy probe per board; CPU+Mali share one bus). GPUs run at 42-58% of ceiling (memory-bound); CPUs/Malis at 8-37% (compute-bound). Aggregation streams 1.46 GB/frame at 1080p D=64. Blank = not instrumented. MDE/s = W x H x D / runtime — right for comparing implementations, wrong for choosing a configuration.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3.46 ms
        =  132,710,400 disparity estimations / 0.00346 s
        =  38,356 million disparity estimations per second
frame rate  =  1000 / 3.46  =  289.0 fps
pixel rate  =  2.0736 Mpx x 289.0  =  599.31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ITS STEREO HARDWARE IS MEASURED, AND STEREO MODE IS ALREADY GONE.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NV_OF_MODE_STEREODISPARITY returns UNSUPPORTED_FEATURE at every grid size;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NVIDIA's documented deprecation has already landed on Blackwell.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fallback -- X component of general optical flow -- runs 8.50 ms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5.3% bad pixels, against our CUDA SGM's 4.13 ms and 2.8% on the same scene.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faster AND more accurate, while doing less work (1D vs 2D).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🚨 13.4% of pixels return a non-zero VERTICAL component, largest 75 px --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148.44 ms
        =  132,710,400 disparity estimations / 0.14844 s
        =  894 million disparity estimations per second
frame rate  =  1000 / 148.44  =  6.7 fps
pixel rate  =  2.0736 Mpx x 6.7  =  13.97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MEDIAN of 5 invocations; the board is BIMODAL between invocations (18%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720p) so minima are the estimator most sensitive to luck -- quote medians.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Went 18.7x -&gt; ... -&gt; 1.51x vs the A78C cluster across one day of tuning,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nothing retracted: always labelled a floor of EFFORT. Beats one A78C core 2.26x.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a real calibrated two-camera capture, dense structured-light ground truth —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All seven targets produce the identical golden e8a95242882013f0 — the picture is the same, only the time differs. Accuracy vs dense ground truth: bad&gt;1px 16.2%, bad&gt;2px 11.2%, MAE 3.35, independently reproduced by another party on hardware we have never 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Real imagery is a better ACCEPTANCE test, not just a more realistic one: 14,417 pixels have a tied minimum here against 20 on the synthetic scene, so the hash-critical tie-break rule is pinned 720x harder.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B: multi-scale, 8-path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1920x800 in, 960x400 out - two FULL 64-disparity scales with data costs averaged (multi-scale fusion, not coarse-to-fine), census 9x7 on SobelX, 8 paths with direction-weighted P1 (40/20/10), P2=200 saturating.</a:t>
            </a:r>
          </a:p>
        </p:txBody>
      </p:sp>
      <p:pic>
        <p:nvPicPr>
          <p:cNvPr id="4" name="Picture 3" descr="result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703408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Same roster, same acceptance model: every row bit-exact to golden bcb9cb0bd6f49799, same implementation tiers as Configuration A (tuned CUDA / OpenCL / NEON+OpenMP / HVX, scalar oracle as the floor). At matched tiers it ranks like Configuration A - the CPU cluster leads one NSP ~1.3x on both; per engine, one NSP beats one A78C core 1.60x.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MDE/s is the work-performed convention - both scales count: (0.384 + 1.536) Mpx x 64 / time. The OFA engines cannot run this configuration (no 8-path, weighted-P1 or two-scale controls).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