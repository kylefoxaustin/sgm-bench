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NVIDIA OFA engines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cannot run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no 8-path, weighted-P1 or two-scale controls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work-performed convention, both full-search scales count: (0.384 + 1.536) Mpx x 64 / runtime. Same implementation tiers as Configuration A: tuned CUDA / OpenCL / NEON+OpenMP / HVX, scalar oracle as the floor.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 and B differ in TWO ways at once - algorithm AND resolution - so their fps cannot be compared without compounding explanations. C is exactly B's algorithm on A's own 1920x1080 stereo pair (out 960x540). A-&gt;C isolates the algorithm; C-&gt;B isolates resolution. Golden 0f0961d623009df5, every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914400"/>
                <a:gridCol w="1828800"/>
                <a:gridCol w="2011680"/>
                <a:gridCol w="2834640"/>
              </a:tblGrid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xB  (pixels predict 1.35x)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12.0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1.01  &lt;- see note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1.35  (and constant MDE/s vs B)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74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 - the smaller frame buys back exactly its pixel share.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6294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A78C and NSP cells are medians of repeated invocations on that bimodal board (NSP: 5 invocations, 1.7% spread, unmodified Config B kernels).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