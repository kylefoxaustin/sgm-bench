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nine execution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b1b407b5949f0cc1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365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365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365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F6368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F6368"/>
                          </a:solidFill>
                        </a:rPr>
                        <a:t>not yet measured</a:t>
                      </a:r>
                    </a:p>
                  </a:txBody>
                  <a:tcPr/>
                </a:tc>
              </a:tr>
              <a:tr h="365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365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94.70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1,401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97x faster</a:t>
                      </a:r>
                    </a:p>
                  </a:txBody>
                  <a:tcPr/>
                </a:tc>
              </a:tr>
              <a:tr h="365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138.64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66x faster</a:t>
                      </a:r>
                    </a:p>
                  </a:txBody>
                  <a:tcPr/>
                </a:tc>
              </a:tr>
              <a:tr h="365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365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365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749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699x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0749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5623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0749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5623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discrete, 32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368"/>
                </a:solidFill>
                <a:latin typeface="Calibri"/>
              </a:rPr>
              <a:t>No measurement exists for this part, so no number is derived.
Nothing is estimated in its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NOT MEASURED. The GPU has been under another session's hard lease.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code is ready; it is one build and one run when the lease clears.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Shown here rather than omitted, because a missing row reads as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'not applicable' and this is 'not done yet'.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94.70 ms
        =  132,710,400 disparity estimations / 0.09470 s
        =  1,401 million disparity estimations per second
frame rate  =  1000 / 94.70  =  10.6 fps
pixel rate  =  2.0736 Mpx x 10.6  =  21.90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138.64 ms
        =  132,710,400 disparity estimations / 0.13864 s
        =  957 million disparity estimations per second
frame rate  =  1000 / 138.64  =  7.2 fps
pixel rate  =  2.0736 Mpx x 7.2  =  14.96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