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second independent run: 9.59 ms (shared, unlocked card)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0.00906 s
        =  13,563 million disparity estimations per second
frame rate  =  1000 / 9.06  =  110.38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