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eleven processing units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 on A; ceiling MEASURED via copy probe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Configuration B gets its own version of this slide two slides ahead -- with six of its achieved cells directly MEASURED at three independent DRAM instruments.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 and two more by Jetson EMC sampling (green); the † cells are DERIVED as 4.50 GB / the measured frame time. One cell was WITHDRAWN today after its instrument failed a control experiment -- the red row.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≈ the model's 40% freq-normalized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memory-bound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Thor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indistinguishable from idle at 296 fps — the block runs in its internals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Orin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14.9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≈ exactly the irreducible in+out images (67 fps × ~6 MB)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withdrawn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🔴 icc_bwmon failed its control: idle read 1.2/23.9/8.8 GB/s -- see note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six-A55 cluster goes to 64% of the whole chip's bus -- MEASURED at the DDR controller -- and the A720 cluster's derived draw triples.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53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GREEN 'measured' = imx9_ddr0 DDR controller (i.MX95), Jetson EMC sampling (net of idle; % of the run's EMC clock), 🔴 The IQ-9075 A78C cell is WITHDRAWN: icc_bwmon is a governor THRESHOLD tracepoint, so its events are sparse and asynchronous. The same workload read 11.8 / 22.8 / 36.4 GB/s as timed frames went 5 -&gt; 40, and three IDLE windows read 1.2 / 23.9 / 8.8. The instance was right (pmu@9091000 = llcc-bwmon, the DDR path; the nodes reading 27-29 are cpu-bwmon on the CPU-&gt;LLC path -- which is what the original 'cross-confirmed within 5%' was actually reading). † = DERIVED: the 4.50 GB/frame streaming model (cost build+merge 0.27 + 8-path cost reads 0.79 + S-plane RMW 3.15 + argmin 0.20 GB) / measured frame time -- cache-reuse-free, so a slight under-count: it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4.36 ms  ·  D=256: 6.96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The fastest target measured: 38,356 MDE/s at D=64, 289 fps at 1080p.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60,932 MDE/s at D=128 and 76,248 at D=256 -- unlike Thor, NO reversal at D=256,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which is what the traffic mechanism predicts on a part with 5.6x the bandwidth.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587 GB/s achieved of a measured 1,385 GB/s ceiling = 42%: the LOWEST utilisation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of the three GPUs despite being fastest -- no longer purely bandwidth-bound.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Built as PTX, JIT-compiled by the driver (local CUDA 12.6 cannot target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sm_120). Golden verified, but not a native build.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⭐ ITS STEREO HARDWARE IS MEASURED, AND STEREO MODE IS ALREADY GONE: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NV_OF_MODE_STEREODISPARITY returns UNSUPPORTED_FEATURE at every grid size.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fallback (X of general 2D flow): 8.50 ms, 5.3% bad px, vs our CUDA SGM's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4.13 ms and 2.8% -- software faster AND more accurate, doing less work (1D).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🚨 13.4% of fallback pixels return non-zero VERTICAL flow (largest 75 px) --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9.35 ms
        =  265,420,800 disparity estimations / 0.00935 s
        =  28,402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NOT bit-exact to our golden: VPI's SGM is its own implementation (census,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penalties, confidence). A throughput comparison at matched resolution and 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-- NOT the same test, and NOT a quality claim.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🔴 ACCURACY WITHDRAWN: our SGM scores 2.6% bad&gt;1px (MAE 0.45) on ground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truth; OFA's output aligns under no simple descaling, so its accuracy is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VPI defaults to includeDiagonals=1: OFA ran 8 paths against our 4. Measured: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9.42 ms at 8 paths, 9.85 at 4 -- path-count independent, the timing stands.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downscaleFactor defaults to 2 (960x540 out, 4.14 ms): quoting THAT as a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1080p figure would overstate it by 2.3x. All numbers here are full-res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72.64 ms
        =  265,420,800 disparity estimations / 0.07264 s
        =  3,654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≈0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2025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Calibri"/>
              </a:rPr>
              <a:t>MDE/s (work) = both scales: (0.384+1.536) Mpx x 64 / runtime. OFA rows: their OWN SGM at matched geometry, throughput only. ‡ achieved / ceiling GB/s, MEASURED cells only (A55+G310: i.MX95 DDR controller, 64% of the chip's bus at 6xA55; OFA: EMC ~ idle). Blank: A720/G720 CMN counters dead, NSP/5090 staged, and the A78C icc_bwmon cell WITHDRAWN (failed its idle control). Details: bandwidth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D=128 -- not bit-exact. ‡ achieved / ceiling GB/s, MEASURED cells only: A55 at the DDR controller (67% of the chip's bus at 6 threads). Blank: A720/G720 CMN counters dead, NSP/5090 staged, A78C icc_bwmon cell WITHDRAWN (failed its idle control -- see the Config B bandwidth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