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 on A; ceiling MEASURED via copy probe + icc_bwmon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controller; the rest are DERIVED as 4.50 GB / the measured frame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≈ the model's 40% freq-normalized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memory-bound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Thor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indistinguishable from idle at 296 fps — the block runs in its internals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Orin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14.9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≈ exactly the irreducible in+out images (67 fps × ~6 MB)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22.8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SATURATED -- and why this board peaks at 6 threads, not 8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8.8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2.1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A720 cluster jumps from 14% to 41% of its bus and the six-A55 cluster to 64% --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GREEN 'measured' = imx9_ddr0 DDR controller (i.MX95), Jetson EMC sampling (net of idle; % of the run's EMC clock), or the IQ-9075's icc_bwmon interconnect monitor (time-weighted, net of idle; instance 9091000, others read 23-27). † = DERIVED: 4.50 GB/frame streaming model (cost build+merge 0.27 + 8-path cost reads 0.79 + S-plane RMW 3.15 + argmin 0.20 GB) / measured frame time -- cache-reuse-free, so a slight under-count: the model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22.8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GB/s. A55 cells MEASURED at the i.MX95 DDR controller (idle-corrected, whole-run read+write) -- the 8-path multiscale pipeline drives the cluster to 64% of the chip's whole bus. Other achieved cells not yet instrumented (n.m. = ceiling unmeasured, leased board).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23.8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GB/s. A55 cells MEASURED at the DDR controller (67% of the chip's bus at 6 threads); other achieved cells not yet instrumented.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