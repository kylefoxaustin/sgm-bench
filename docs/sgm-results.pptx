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eleven processing units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 on A; ceiling MEASURED via copy probe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Configuration B gets its own version of this slide two slides ahead -- with six of its achieved cells directly MEASURED at three independent DRAM instruments.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 moves the memory walls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Same slide for the block-flavoured workload (1920x800, two scales, 8 paths). The 8-path uint16 S-plane streams ~3.1 GB per frame on its own; the pipeline's streaming byte model totals 4.50 GB/frame. Three cells are MEASURED at the i.MX95 DDR controller and two more by Jetson EMC sampling (green); the † cells are DERIVED as 4.50 GB / the measured frame time. One cell was WITHDRAWN today after its instrument failed a control experiment -- the red row.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371600"/>
                <a:gridCol w="1280160"/>
                <a:gridCol w="914400"/>
                <a:gridCol w="4114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frame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495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memory-bound; below A's 42% (kernel lacks path-pairing)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45.1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100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≈ the model's 40% freq-normalized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72.8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62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net-of-idle, measured; memory-bound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Thor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EMC indistinguishable from idle at 296 fps — the block runs in its internals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Orin OFA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14.9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≈0.7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≈ exactly the irreducible in+out images (67 fps × ~6 MB)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211.9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withdrawn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🔴 window-dependent: 11.8 / 22.8 / 36.4 GB/s at 5 / mid / 40 frames -- see note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238.3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18.9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was 14% on A -- no longer comfortably compute-bound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276.3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~16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~56%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approximate: their fused kernel parks state in VTCM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380.0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11.8 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640.1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8.8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TWO-THIRDS of the whole chip's bus at six threads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2,704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2.1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GPU + host combined; not bandwidth-bound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2,201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87A33"/>
                          </a:solidFill>
                        </a:rPr>
                        <a:t>2.7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single core, still triple its Config A draw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The headline: at Configuration B the CPU walls MOVE. The six-A55 cluster goes to 64% of the whole chip's bus -- MEASURED at the DDR controller -- and the A720 cluster's derived draw triples. The 8-path uint16 S-plane converts comfortably compute-bound CPUs into bandwidth-pressured ones. (It is also why the A720 cluster absorbed Configuration C's extra pixels at the same wall-clock: it was already pressed against a different limit than arithmetic.)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53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GREEN 'measured' = imx9_ddr0 DDR controller (i.MX95), Jetson EMC sampling (net of idle; % of the run's EMC clock), 🔴 The IQ-9075 A78C cell is WITHDRAWN as WINDOW-DEPENDENT: the same workload reads 11.8 / 22.8 / 36.4 GB/s at 5 / mid / 40 timed frames. icc_bwmon fires on THRESHOLD CROSSINGS, so sampling tracks a workload's phase variance -- SGM generates 825 events per run, a steady memcpy only 4 -- and with 825 samples spanning 0.85-37 GB/s across a frame's phases, the scalar depends on what you integrate over. (A first retraction blamed the instrument, using that steady copy as its control: the one workload it cannot see. A collaborator reproduced 22.86/22.18 and calibrated it to 1.8% with a burst probe.) † = DERIVED: the 4.50 GB/frame streaming model (cost build+merge 0.27 + 8-path cost reads 0.79 + S-plane RMW 3.15 + argmin 0.20 GB) / measured frame time -- cache-reuse-free, so a slight under-count: it reproduces the A55x6's measured cell at 80%.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4.36 ms  ·  D=256: 6.96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The fastest target measured: 38,356 MDE/s at D=64, 289 fps at 1080p.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60,932 MDE/s at D=128 and 76,248 at D=256 -- unlike Thor, NO reversal at D=256,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which is what the traffic mechanism predicts on a part with 5.6x the bandwidth.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587 GB/s achieved of a measured 1,385 GB/s ceiling = 42%: the LOWEST utilisation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of the three GPUs despite being fastest -- no longer purely bandwidth-bound.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Built as PTX, JIT-compiled by the driver (local CUDA 12.6 cannot target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sm_120). Golden verified, but not a native build.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⭐ ITS STEREO HARDWARE IS MEASURED, AND STEREO MODE IS ALREADY GONE: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NV_OF_MODE_STEREODISPARITY returns UNSUPPORTED_FEATURE at every grid size.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fallback (X of general 2D flow): 8.50 ms, 5.3% bad px, vs our CUDA SGM's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4.13 ms and 2.8% -- software faster AND more accurate, doing less work (1D).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🚨 13.4% of fallback pixels return non-zero VERTICAL flow (largest 75 px) --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9.35 ms
        =  265,420,800 disparity estimations / 0.00935 s
        =  28,402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NOT bit-exact to our golden: VPI's SGM is its own implementation (census,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penalties, confidence). A throughput comparison at matched resolution and 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-- NOT the same test, and NOT a quality claim.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🔴 ACCURACY WITHDRAWN: our SGM scores 2.6% bad&gt;1px (MAE 0.45) on ground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truth; OFA's output aligns under no simple descaling, so its accuracy is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VPI defaults to includeDiagonals=1: OFA ran 8 paths against our 4. Measured: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9.42 ms at 8 paths, 9.85 at 4 -- path-count independent, the timing stands.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⚠️ downscaleFactor defaults to 2 (960x540 out, 4.14 ms): quoting THAT as a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1080p figure would overstate it by 2.3x. All numbers here are full-res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019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128 / 72.64 ms
        =  265,420,800 disparity estimations / 0.07264 s
        =  3,654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eight targets produce the identical golden e8a95242882013f0 — the picture is the same, only the time differs (NSP: 179.23 ms, ~1,058 MDE/s). Accuracy vs dense ground truth: bad&gt;1px 16.2%, bad&gt;2px 11.2%, MAE 3.35 — independently reproduced to 0.05 points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≈0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20256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Calibri"/>
              </a:rPr>
              <a:t>MDE/s (work) = both scales: (0.384+1.536) Mpx x 64 / runtime. OFA rows: their OWN SGM at matched geometry, throughput only. ‡ achieved / ceiling GB/s, MEASURED cells only (A55+G310: i.MX95 DDR controller, 64% of the chip's bus at 6xA55; OFA: EMC ~ idle). Blank: A720/G720 CMN counters dead, NSP/5090 staged, and the A78C icc_bwmon cell WITHDRAWN (failed its idle control). Details: bandwidth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27.1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D=128 -- not bit-exact. ‡ achieved / ceiling GB/s, MEASURED cells only: A55 at the DDR controller (67% of the chip's bus at 6 threads). Blank: A720/G720 CMN counters dead, NSP/5090 staged, A78C icc_bwmon cell WITHDRAWN (failed its idle control -- see the Config B bandwidth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