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187A33"/>
                          </a:solidFill>
                        </a:rPr>
                        <a:t>505 measured</a:t>
                      </a:r>
                    </a:p>
                  </a:txBody>
                  <a:tcPr/>
                </a:tc>
                <a:tc>
                  <a:txBody>
                    <a:bodyPr/>
                    <a:lstStyle/>
                    <a:p>
                      <a:r>
                        <a:rPr sz="950" b="0">
                          <a:solidFill>
                            <a:srgbClr val="202124"/>
                          </a:solidFill>
                        </a:rPr>
                        <a:t>1,385</a:t>
                      </a:r>
                    </a:p>
                  </a:txBody>
                  <a:tcPr/>
                </a:tc>
                <a:tc>
                  <a:txBody>
                    <a:bodyPr/>
                    <a:lstStyle/>
                    <a:p>
                      <a:r>
                        <a:rPr sz="950" b="0">
                          <a:solidFill>
                            <a:srgbClr val="202124"/>
                          </a:solidFill>
                        </a:rPr>
                        <a:t>36%</a:t>
                      </a:r>
                    </a:p>
                  </a:txBody>
                  <a:tcPr/>
                </a:tc>
                <a:tc>
                  <a:txBody>
                    <a:bodyPr/>
                    <a:lstStyle/>
                    <a:p>
                      <a:r>
                        <a:rPr sz="950" b="0">
                          <a:solidFill>
                            <a:srgbClr val="202124"/>
                          </a:solidFill>
                        </a:rPr>
                        <a:t>MEASURED (ncu): 4.588 GB/frame -- the 4.50 GB model was within 2%</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approximate: their fused kernel parks state in VTCM</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Repeat runs read 22.86/22.18, and a burst probe calibrates the monitor to 1.8% of wall-clock.)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Repeat measurements of the cell read 22.86 / 22.18, and the same monitor calibrates to 1.8% of wall-clock when driven by a burst probe.</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A BURST probe is transition-rich, which is why it agrees to 1.8% where the sustained copy fails by 20x. The measurements were sound;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confirmed to 0.05 points by a second scoring derived from the ground-truth arrays.</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1">
                          <a:solidFill>
                            <a:srgbClr val="187A33"/>
                          </a:solidFill>
                        </a:rPr>
                        <a:t>505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un1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1">
                          <a:solidFill>
                            <a:srgbClr val="187A33"/>
                          </a:solidFill>
                        </a:rPr>
                        <a:t>540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2700" b="1">
                <a:solidFill>
                  <a:srgbClr val="202124"/>
                </a:solidFill>
                <a:latin typeface="Calibri"/>
              </a:rPr>
              <a:t>Configuration C, charted — the roster at 1920x1080</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The pair as one workload at two input sizes -- Run 1 = 1920x800 (previous chart), Run 2 = 1920x1080 (this one). Identical algorithm, identical parameters, identical roster; the ONLY variable between the two charts is the input size.</a:t>
            </a:r>
          </a:p>
        </p:txBody>
      </p:sp>
      <p:pic>
        <p:nvPicPr>
          <p:cNvPr id="4" name="Picture 3" descr="run2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50" b="0">
                <a:solidFill>
                  <a:srgbClr val="202124"/>
                </a:solidFill>
                <a:latin typeface="Calibri"/>
              </a:rPr>
              <a:t>Row for row the two charts differ by the 1.35x the pixel count predicts -- with one exception, the A720 cluster at 1.01x, which is the finding on the table slide. The hatched OFA bars carry no MDE/s: they are the fixed-function engines running their OWN algorithm at matched geometry, placed where a bit-exact implementation would have to land to match their frame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comes from</a:t>
            </a:r>
          </a:p>
          <a:p>
            <a:r>
              <a:rPr sz="1300">
                <a:solidFill>
                  <a:srgbClr val="202124"/>
                </a:solidFill>
                <a:latin typeface="Calibri"/>
              </a:rPr>
              <a:t>multiscale/sgm_ms_neon.c running UNMODIFIED on another vendor's</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HVX port,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