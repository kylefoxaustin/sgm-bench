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ceiling unmeasured on that board -- stated, not guessed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Achieved-byte instrumentation exists for Configuration A; the B/C runs reuse the same silicon and ceilings but their per-phase byte models are not separately derived.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 moves the memory walls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Same slide for the block-flavoured workload (1920x800, two scales, 8 paths). The 8-path uint16 S-plane streams ~3.1 GB per frame on its own; the pipeline's streaming byte model totals 4.50 GB/frame. Three cells are MEASURED at the i.MX95 DDR controller; the rest are DERIVED as 4.50 GB / the measured frame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280160"/>
                <a:gridCol w="914400"/>
                <a:gridCol w="411480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frame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495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memory-bound; below A's 42% (kernel lacks path-pairing)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45.1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100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72.8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211.9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21.2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the S-plane tax; ceiling unmeasured on that board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238.3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18.9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was 14% on A -- no longer comfortably compute-bound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276.3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~16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~56%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approximate: their fused kernel parks state in VTCM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380.0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11.8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640.1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8.8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TWO-THIRDS of the whole chip's bus at six threads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2,704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2.1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GPU + host combined; not bandwidth-bound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2,201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single core, still triple its Config A draw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The headline: at Configuration B the CPU walls MOVE. The A720 cluster jumps from 14% to 41% of its bus and the six-A55 cluster to 64% -- the 8-path uint16 S-plane converts comfortably compute-bound CPUs into bandwidth-pressured ones. (It is also why the A720 cluster absorbed Configuration C's extra pixels at the same wall-clock: it was already pressed against a different limit than arithmetic.)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GREEN 'measured' = read directly from the imx9_ddr0 DDR controller (idle-corrected whole-run, read+write). † = DERIVED: 4.50 GB/frame streaming model (cost build+merge 0.27 + 8-path cost reads 0.79 + S-plane RMW 3.15 + argmin 0.20 GB) / measured frame time -- cache-reuse-free, so a slight under-count: the model reproduces the A55x6's measured cell at 80%.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eight targets produce the identical golden e8a95242882013f0 — the picture is the same, only the time differs (NSP: 179.23 ms, ~1,058 MDE/s). Accuracy vs dense ground truth: bad&gt;1px 16.2%, bad&gt;2px 11.2%, MAE 3.35 — independently reproduced to 0.05 points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8.8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scales count: (0.384 + 1.536) Mpx x 64 / runtime. OFA rows: their OWN SGM at matched geometry (ds=2, D=128), throughput only. ‡ DRAM = achieved / ceiling GB/s. A55 cells MEASURED at the i.MX95 DDR controller (idle-corrected, whole-run read+write) -- the 8-path multiscale pipeline drives the cluster to 64% of the chip's whole bus. Other achieved cells not yet instrumented (n.m. = ceiling unmeasured, leased board).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— not bit-exact. ‡ DRAM = achieved / ceiling GB/s. A55 cells MEASURED at the DDR controller (67% of the chip's bus at 6 threads); other achieved cells not yet instrumented.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