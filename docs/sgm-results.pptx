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914400"/>
                <a:gridCol w="1737360"/>
                <a:gridCol w="1188720"/>
                <a:gridCol w="1737360"/>
                <a:gridCol w="219456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both full-search scales count: (0.384 + 1.536) Mpx x 64 / runtime. OFA rows: the engines' OWN SGM at matched in/out geometry (1920x800 -&gt; 960x400 via downscaleFactor=2, D=128) - throughput only, not gated; full-res-out variants 9.15 / 54.94 ms. Software tiers as Configuration 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 is exactly B's algorithm on A's own 1920x1080 stereo pair (out 960x540): A-&gt;C isolates the ALGORITHM, C-&gt;B isolates RESOLUTION - one knob each. Golden 0f0961d623009df5, every software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914400"/>
                <a:gridCol w="1737360"/>
                <a:gridCol w="1188720"/>
                <a:gridCol w="1737360"/>
                <a:gridCol w="219456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4,417x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11.96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1,507x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19.51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924x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318x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75x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372.40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ms. Row for row, C/B ratios cluster at the 1.35x the pixels predict (5090 1.32, Thor 1.26, NSP 1.348, Malis 1.34-1.35) - one exception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A78C/NSP cells: medians of repeated invocations (bimodal board). OFA rows: matched geometry, OWN algorithm at D=128 — not bit-exact, MDE/s(work) undefined.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