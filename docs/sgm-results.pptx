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187A33"/>
                          </a:solidFill>
                        </a:rPr>
                        <a:t>508 measured</a:t>
                      </a:r>
                    </a:p>
                  </a:txBody>
                  <a:tcPr/>
                </a:tc>
                <a:tc>
                  <a:txBody>
                    <a:bodyPr/>
                    <a:lstStyle/>
                    <a:p>
                      <a:r>
                        <a:rPr sz="950" b="0">
                          <a:solidFill>
                            <a:srgbClr val="202124"/>
                          </a:solidFill>
                        </a:rPr>
                        <a:t>1,385</a:t>
                      </a:r>
                    </a:p>
                  </a:txBody>
                  <a:tcPr/>
                </a:tc>
                <a:tc>
                  <a:txBody>
                    <a:bodyPr/>
                    <a:lstStyle/>
                    <a:p>
                      <a:r>
                        <a:rPr sz="950" b="0">
                          <a:solidFill>
                            <a:srgbClr val="202124"/>
                          </a:solidFill>
                        </a:rPr>
                        <a:t>37%</a:t>
                      </a:r>
                    </a:p>
                  </a:txBody>
                  <a:tcPr/>
                </a:tc>
                <a:tc>
                  <a:txBody>
                    <a:bodyPr/>
                    <a:lstStyle/>
                    <a:p>
                      <a:r>
                        <a:rPr sz="950" b="0">
                          <a:solidFill>
                            <a:srgbClr val="202124"/>
                          </a:solidFill>
                        </a:rPr>
                        <a:t>MEASURED (ncu): 4.607 GB/frame, 2 runs within 0.8%; the 4.50 GB model was within 2%</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DERIVED only -- the DSP's DRAM traffic is NOT attributable with this kernel's counters</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but on the DRAM-facing node a 40-frame run emits only 35 events (a steady memcpy 4); the 825 first published counted all three instances. The scalar depends on what you integrate over. (A first retraction blamed the instrument, using that steady copy as its control: the one workload it cannot see. Repeat runs read 22.86/22.18, and a burst probe calibrates the monitor to 1.8% of wall-clock.)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Repeat measurements of the cell read 22.86 / 22.18, and the same monitor calibrates to 1.8% of wall-clock when driven by a burst probe.</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35 events per run on the DRAM-facing node (825 across all three instances); steady memcpy = 4. Phase-varying workloads sample better, but by ~9x, not the 200x the all-instance count implied.</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A BURST probe is transition-rich, which is why it agrees to 1.8% where the sustained copy fails by 20x. The measurements were sound;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REFUTED: integrating the timed region only moves the figure ~1 GB/s, not the ~50% needed. The real gap is the EVENT RATE -- two harnesses on one board disagree 3-8x on how many samples the monitor emits. A reproducibility failure of the instrument, not a disputed number.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confirmed to 0.05 points by a second scoring derived from the ground-truth arrays.</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1">
                          <a:solidFill>
                            <a:srgbClr val="187A33"/>
                          </a:solidFill>
                        </a:rPr>
                        <a:t>508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1">
                          <a:solidFill>
                            <a:srgbClr val="187A33"/>
                          </a:solidFill>
                        </a:rPr>
                        <a:t>541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comes from</a:t>
            </a:r>
          </a:p>
          <a:p>
            <a:r>
              <a:rPr sz="1300">
                <a:solidFill>
                  <a:srgbClr val="202124"/>
                </a:solidFill>
                <a:latin typeface="Calibri"/>
              </a:rPr>
              <a:t>multiscale/sgm_ms_neon.c running UNMODIFIED on another vendor's</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HVX port,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