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own algorithm, matched geometry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own algorithm, matched geometry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full-search scales count: (0.384 + 1.536) Mpx x 64 / runtime. OFA rows: the engines' OWN SGM at matched in/out geometry (1920x800 -&gt; 960x400 via downscaleFactor=2, D=128) - throughput only, not gated; full-res-out variants 9.15 / 54.94 ms. Software tiers as Configuration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 and B differ in TWO ways at once - algorithm AND resolution - so their fps cannot be compared without compounding explanations. C is exactly B's algorithm on A's own 1920x1080 stereo pair (out 960x540). A-&gt;C isolates the algorithm; C-&gt;B isolates resolution. Golden 0f0961d623009df5, every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914400"/>
                <a:gridCol w="1828800"/>
                <a:gridCol w="2011680"/>
                <a:gridCol w="2834640"/>
              </a:tblGrid>
              <a:tr h="2194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xB  (pixels predict 1.35x)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12.0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1.32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1.26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1.01  &lt;- see note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1.38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1.35  (and constant MDE/s vs B)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1.37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1.32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1.35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 - the smaller frame buys back exactly its pixel share.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5332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28816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 and NSP cells are medians of repeated invocations on that bimodal board (NSP: 5 invocations, 1.7% spread, unmodified Config B kernels). OFA engines at matched geometry, running their OWN algorithm (not gated): Thor 4.08 ms, Orin 19.51 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