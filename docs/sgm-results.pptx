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46470bd7a464469d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37,383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2,588x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136.84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3.55 ms
        =  132,710,400 disparity estimations / 0.00355 s
        =  37,383 million disparity estimations per second
frame rate  =  1000 / 3.55  =  281.7 fps
pixel rate  =  2.0736 Mpx x 281.7  =  584.11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136.84 ms
        =  132,710,400 disparity estimations / 0.13684 s
        =  970 million disparity estimations per second
frame rate  =  1000 / 136.84  =  7.3 fps
pixel rate  =  2.0736 Mpx x 7.3  =  15.15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