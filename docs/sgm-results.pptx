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Semi-Global Matching across nine execution targets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F6368"/>
                </a:solidFill>
                <a:latin typeface="Calibri"/>
              </a:rPr>
              <a:t>1920x1080  ·  D=64  ·  4 paths  ·  9x7 census  ·  every row bit-exact to golden 46470bd7a464469d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005840"/>
                <a:gridCol w="1554480"/>
                <a:gridCol w="1371600"/>
                <a:gridCol w="1737360"/>
                <a:gridCol w="219456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3.55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281.7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37,383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2,588x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9.35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14,201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983x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13.19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10,061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697x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23.28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5,701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395x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51.70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72.64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126x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97.99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1,354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94x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136.84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970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256.00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 @2.5GHz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313.60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332.22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341.30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 @1.8GHz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1,588.74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1,846.00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9,188.00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1x faster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53212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4C8BF5"/>
                </a:solidFill>
                <a:latin typeface="Calibri"/>
              </a:rPr>
              <a:t>699x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53212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035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fastest published Arm-CPU SGM,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at matched D and matched path 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53212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9 / 4 / 3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035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targets / vendors / programming models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379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= W x H x D / runtime.  Valid for comparing implementations at a FIXED configuration; it is the wrong unit for CHOOSING one, because the optics fix 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20 SM, CUDA 13.2,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13.19 ms
        =  132,710,400 disparity estimations / 0.01319 s
        =  10,061 million disparity estimations per second
frame rate  =  1000 / 13.19  =  75.8 fps
pixel rate  =  2.0736 Mpx x 75.8  =  157.21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Rewritten warp-centric: one warp owns a scanline's whole disparity range,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 in registers, min-reduce by __shfl_xor, ZERO barriers in the recurrence.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2.69x over the naive OpenCL transliteration (35.39 -&gt; 13.19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BOUND: aggregate moves 1.46 GB in 10.04 ms = 145 GB/s,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against a 247 GB/s copy ceiling measured on this same part.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 across the D sweep is 12,138 MDE/s at D=128; D=256 falls back to 9,409.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Ampere, 16 SM, CUDA 12.6,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23.28 ms
        =  132,710,400 disparity estimations / 0.02328 s
        =  5,701 million disparity estimations per second
frame rate  =  1000 / 23.28  =  43.0 fps
pixel rate  =  2.0736 Mpx x 43.0  =  89.07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kernel, same changes: 3.10x over the naive port (72.27 -&gt; 23.28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run, before any tuning — the payoff for porting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verified OpenCL kernel one-for-one instead of writing a new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170 SM, discrete, 32 GB, driver 580.173  |  D=128: 4.09 ms  ·  D=256: 7.08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3.55 ms
        =  132,710,400 disparity estimations / 0.00355 s
        =  37,383 million disparity estimations per second
frame rate  =  1000 / 3.55  =  281.7 fps
pixel rate  =  2.0736 Mpx x 281.7  =  584.11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target measured: 37,383 MDE/s at D=64, 282 fps at 1080p.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64,880 MDE/s at D=128 and 74,957 at D=256 -- and unlike Thor it shows NO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reversal at D=256, which is what the traffic mechanism predicts on a part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5.6x the memory bandwidth.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Bandwidth: 587 GB/s achieved of a measured 1,385 GB/s ceiling = 42%,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LOWEST utilisation of the three GPUs despite being the fastest -- so at this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speed it is no longer purely bandwidth-bound.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Built as PTX and JIT-compiled by the driver: the local toolkit is CUDA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12.6, which cannot target sm_120. Golden verified, but not a native build.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⭐ ITS STEREO HARDWARE IS MEASURED, AND STEREO MODE IS ALREADY GONE.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NV_OF_MODE_STEREODISPARITY returns UNSUPPORTED_FEATURE at every grid size;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NVIDIA's documented deprecation has already landed on Blackwell.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fallback -- X component of general optical flow -- runs 8.50 ms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5.3% bad pixels, against our CUDA SGM's 4.13 ms and 2.8% on the same scene.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faster AND more accurate, while doing less work (1D vs 2D).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🚨 13.4% of pixels return a non-zero VERTICAL component, largest 75 px --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errors the removed stereo mode was structurally incapable of producing.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2.2-2.5 GHz, NEON  |  single core: 313.60 ms = 423 MDE/s @2.5 GHz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51.70 ms
        =  132,710,400 disparity estimations / 0.05170 s
        =  2,567 million disparity estimations per second
frame rate  =  1000 / 51.70  =  19.3 fps
pixel rate  =  2.0736 Mpx x 19.3  =  40.11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CPU headline: 10.4x the fastest published Arm-CPU SGM at matched 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and matched path count (ReS2tAC, Sensors 21(11):3938, 2021 — 242 MDE/s).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Best single core measured at 423 MDE/s; scales monotonically 1-&gt;8 threads.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D=64 -&gt; D=128 is FLAT (-2.4%): 16 NEON lanes are already full at D=64.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  |  single core: 332.22 ms = 400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97.99 ms
        =  132,710,400 disparity estimations / 0.09799 s
        =  1,354 million disparity estimations per second
frame rate  =  1000 / 97.99  =  10.2 fps
pixel rate  =  2.0736 Mpx x 10.2  =  21.16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Ran THIS repository's a55 NEON implementation unmodified, on another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vendor's silicon, and reproduced the golden at every thread count.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Per-core 402 MDE/s vs the A720's 423 — a 5% gap between two wide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out-of-order Arm cores from different vendors on the same algorithm.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Peaks at SIX threads, not eight; 8 threads is slower on that 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HVX contexts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136.84 ms
        =  132,710,400 disparity estimations / 0.13684 s
        =  970 million disparity estimations per second
frame rate  =  1000 / 136.84  =  7.3 fps
pixel rate  =  2.0736 Mpx x 7.3  =  15.15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Went 18.7x -&gt; 12.8x -&gt; 1.45x slower than the A78C cluster IN ONE DAY,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nothing retracted, because the ratio was always labelled a FLOOR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OF EFFORT rather than the DSP's ceiling.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BEATS A SINGLE A78C CORE BY 2.40x.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Six hardware threads but only FOUR HVX contexts, so 4 threads is optimal.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Still latency-bound at 6.8 of 28 GB/s — a different wall to Thor's.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256.00 ms
        =  132,710,400 disparity estimations / 0.25600 s
        =  518 million disparity estimations per second
frame rate  =  1000 / 256.00  =  3.9 fps
pixel rate  =  2.0736 Mpx x 3.9  =  8.10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Loses to TWO A720 cores. But this is an UNBOUNDED FLOOR, not a verdict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on the hardware: the kernel carries ONE dependency chain per work-item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three barrier sites per step and never interleaves chains.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Nobody has done for this part what was done for the DSP.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Thor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 (Optical Flow Accelerator), VPI 4.1.4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9.35 ms
        =  132,710,400 disparity estimations / 0.00935 s
        =  14,201 million disparity estimations per second
frame rate  =  1000 / 9.35  =  107.0 fps
pixel rate  =  2.0736 Mpx x 107.0  =  221.89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DEDICATED STEREO HARDWARE, and it beats our tuned CUDA on the same chip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by 2.34x (9.35 ms vs 21.86 ms at 1920x1080 D=128).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bit-exact to our golden: VPI's SGM is a different implementation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its own census, penalties and confidence output. Throughput comparison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matched resolution and D -- NOT the same test, and NOT a quality claim.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🔴 ACCURACY WITHDRAWN. Scored against ground truth our SGM gets 2.6% bad&gt;1px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(MAE 0.45); OFA aligns under no simple descaling, so its accuracy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UNMEASURED and this 2.34x is throughput only.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VPI defaults to includeDiagonals=1, so OFA ran 8 paths against our 4. Measured,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assumed: OFA costs 9.42 ms at 8 paths and 9.85 at 4 -- path-count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independent. The timing stands and OFA delivers an 8-path result in our time.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It defaults to downscaleFactor=2, which emits a 960x540 map from 1080p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input in 4.14 ms. Quoting that as a 1080p figure overstates it by 2.3x.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Orin AGX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engine, VPI 3.2.4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72.64 ms
        =  132,710,400 disparity estimations / 0.07264 s
        =  1,827 million disparity estimations per second
frame rate  =  1000 / 72.64  =  13.8 fps
pixel rate  =  2.0736 Mpx x 13.8  =  28.55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same fixed-function engine one generation earlier, and here it LOSES: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our CUDA kernel does the same work in 33.16 ms against the hardware's 72.64.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wins by 2.19x on the silicon built for this exact job.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Thor's OFA is 7.8x faster than Orin's at identical settings -- a far larger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generational jump than the 1.5x between the two GPUs.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Taken together these two rows are the interesting result: whether dedicated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hardware beats a tuned kernel is a property of the generation, not of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idea of dedicated hardware.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Same caveats as the Thor row: not bit-exact, accuracy unmeasured, and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timed region excludes format conversion where ours is end-to-end (&lt;5%).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  |  single core: 1,588.74 ms = 84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341.30 ms
        =  132,710,400 disparity estimations / 0.34130 s
        =  389 million disparity estimations per second
frame rate  =  1000 / 341.30  =  2.9 fps
pixel rate  =  2.0736 Mpx x 2.9  =  6.08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reference platform this project is anchored to, and the slowest CPU here.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Scales 4.65x from 1 to 6 cores (1,588.74 -&gt; 341.30 ms) -- that spread is also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proof that the -t thread flag was working on these runs, since the inert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flag it was found to have would have collapsed every count to one timing.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 core 84 MDE/s against the A720's 423: a 5.0x gap between an in-order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little core at 1.8 GHz and a wide out-of-order core at 2.5 GHz.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Block-width optimum is 192 here and 256 on the A720 -- not the same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1,846.00 ms
        =  132,710,400 disparity estimations / 1.84600 s
        =  72 million disparity estimations per second
frame rate  =  1000 / 1,846.00  =  0.5 fps
pixel rate  =  2.0736 Mpx x 0.5  =  1.12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entry-tier part, same kernel, same hash. Its 'no compute driver'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reputation is wrong — it ships working OpenCL 3.0 and merely lacks clinfo.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-O2, no SIMD,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9,188.00 ms
        =  132,710,400 disparity estimations / 9.18800 s
        =  14 million disparity estimations per second
frame rate  =  1000 / 9,188.00  =  0.1 fps
pixel rate  =  2.0736 Mpx x 0.1  =  0.23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Deliberately boring: the oracle every other bar is checked against.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defines the golden hash, so it cannot be wrong by construction —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can only be slow, and it is 699x slower than the fastest bar.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