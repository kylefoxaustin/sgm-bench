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136.84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136.84 ms
        =  132,710,400 disparity estimations / 0.13684 s
        =  970 million disparity estimations per second
frame rate  =  1000 / 136.84  =  7.3 fps
pixel rate  =  2.0736 Mpx x 7.3  =  15.15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