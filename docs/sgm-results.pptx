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full-search scales count: (0.384 + 1.536) Mpx x 64 / runtime. OFA rows: the engines' OWN SGM at matched geometry (downscaleFactor=2, D=128), throughput only; full-res-out variants 9.15 / 54.94 ms. DRAM: same silicon and MEASURED ceilings as the bandwidth slide; Config B's per-phase byte model is not separately derived, so no achieved column is claimed 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bit-exact, MDE/s(work) undefined. DRAM: ceilings as on the bandwidth slide; no per-phase achieved bytes derived for 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