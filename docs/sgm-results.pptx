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187A33"/>
                          </a:solidFill>
                        </a:rPr>
                        <a:t>505 measured</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MEASURED (ncu): 4.588 GB/frame -- the 4.50 GB model was within 2%</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DERIVED only -- the DSP's DRAM traffic is NOT attributable with this kernel's counters</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Repeat runs read 22.86/22.18, and a burst probe calibrates the monitor to 1.8% of wall-clock.)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Repeat measurements of the cell read 22.86 / 22.18, and the same monitor calibrates to 1.8% of wall-clock when driven by a burst probe.</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A BURST probe is transition-rich, which is why it agrees to 1.8% where the sustained copy fails by 20x. The measurements were sound;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confirmed to 0.05 points by a second scoring derived from the ground-truth arrays.</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1">
                          <a:solidFill>
                            <a:srgbClr val="187A33"/>
                          </a:solidFill>
                        </a:rPr>
                        <a:t>505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1">
                          <a:solidFill>
                            <a:srgbClr val="187A33"/>
                          </a:solidFill>
                        </a:rPr>
                        <a:t>540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comes from</a:t>
            </a:r>
          </a:p>
          <a:p>
            <a:r>
              <a:rPr sz="1300">
                <a:solidFill>
                  <a:srgbClr val="202124"/>
                </a:solidFill>
                <a:latin typeface="Calibri"/>
              </a:rPr>
              <a:t>multiscale/sgm_ms_neon.c running UNMODIFIED on another vendor's</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HVX port,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