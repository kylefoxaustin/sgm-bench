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202124"/>
                          </a:solidFill>
                        </a:rPr>
                        <a:t>495 †</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memory-bound; below A's 42% (kernel lacks path-pairing)</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A collaborator reproduced 22.86/22.18 and calibrated it to 1.8% with a burst probe.)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A collaborating session reproduced the cell independently (22.86 / 22.18) and calibrated the same monitor to 1.8% of wall-clock — within a minute of that retraction going out.</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The collaborator's BURST probe is transition-rich, which is why theirs agreed to 1.8%. Both sides measured honestly;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independently reproduced to 0.05 points on hardware we have never touched.</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0">
                          <a:solidFill>
                            <a:srgbClr val="202124"/>
                          </a:solidFill>
                        </a:rPr>
                        <a:t>495 †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0">
                          <a:solidFill>
                            <a:srgbClr val="202124"/>
                          </a:solidFill>
                        </a:rPr>
                        <a:t>508 †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was measured by the</a:t>
            </a:r>
          </a:p>
          <a:p>
            <a:r>
              <a:rPr sz="1300">
                <a:solidFill>
                  <a:srgbClr val="202124"/>
                </a:solidFill>
                <a:latin typeface="Calibri"/>
              </a:rPr>
              <a:t>collaborating session running multiscale/sgm_ms_neon.c UNMODIFIED on their</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Contributed port, independently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