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202124"/>
                          </a:solidFill>
                        </a:rPr>
                        <a:t>495 †</a:t>
                      </a:r>
                    </a:p>
                  </a:txBody>
                  <a:tcPr/>
                </a:tc>
                <a:tc>
                  <a:txBody>
                    <a:bodyPr/>
                    <a:lstStyle/>
                    <a:p>
                      <a:r>
                        <a:rPr sz="950" b="0">
                          <a:solidFill>
                            <a:srgbClr val="202124"/>
                          </a:solidFill>
                        </a:rPr>
                        <a:t>1,385</a:t>
                      </a:r>
                    </a:p>
                  </a:txBody>
                  <a:tcPr/>
                </a:tc>
                <a:tc>
                  <a:txBody>
                    <a:bodyPr/>
                    <a:lstStyle/>
                    <a:p>
                      <a:r>
                        <a:rPr sz="950" b="0">
                          <a:solidFill>
                            <a:srgbClr val="202124"/>
                          </a:solidFill>
                        </a:rPr>
                        <a:t>36%</a:t>
                      </a:r>
                    </a:p>
                  </a:txBody>
                  <a:tcPr/>
                </a:tc>
                <a:tc>
                  <a:txBody>
                    <a:bodyPr/>
                    <a:lstStyle/>
                    <a:p>
                      <a:r>
                        <a:rPr sz="950" b="0">
                          <a:solidFill>
                            <a:srgbClr val="202124"/>
                          </a:solidFill>
                        </a:rPr>
                        <a:t>memory-bound; below A's 42% (kernel lacks path-pairing)</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approximate: their fused kernel parks state in VTCM</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SGM generates 825 events per run, a steady memcpy only 4 -- and with 825 samples spanning 0.85-37 GB/s across a frame's phases, the scalar depends on what you integrate over. (A first retraction blamed the instrument, using that steady copy as its control: the one workload it cannot see. A collaborator reproduced 22.86/22.18 and calibrated it to 1.8% with a burst probe.)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A collaborating session reproduced the cell independently (22.86 / 22.18) and calibrated the same monitor to 1.8% of wall-clock — within a minute of that retraction going out.</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825 events per run (census -&gt; cost -&gt; aggregation -&gt; argmin, always changing); 8-second steady memcpy = 4 events. Richly sampled on real workloads, nearly blind on steady ones.</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The collaborator's BURST probe is transition-rich, which is why theirs agreed to 1.8%. Both sides measured honestly;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Those 825 samples span 0.85 -&gt; 37 GB/s across a frame's phases, so the scalar depends on what you integrate over: a window padded with image load reads ~22.8, an aggregation-dominated one ~36. The cell returns when both sides integrate the TIMED REGION ONLY, at the same n, and land together.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independently reproduced to 0.05 points on hardware we have never touched.</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1">
                          <a:solidFill>
                            <a:srgbClr val="187A33"/>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0">
                          <a:solidFill>
                            <a:srgbClr val="202124"/>
                          </a:solidFill>
                        </a:rPr>
                        <a:t>495 †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1">
                          <a:solidFill>
                            <a:srgbClr val="187A33"/>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100 †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62 †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D93025"/>
                          </a:solidFill>
                        </a:rPr>
                        <a:t>withdrawn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18.9 †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~16 †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11.8 †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10.2 †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9.6 †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1">
                          <a:solidFill>
                            <a:srgbClr val="187A33"/>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1">
                          <a:solidFill>
                            <a:srgbClr val="187A33"/>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1">
                          <a:solidFill>
                            <a:srgbClr val="187A33"/>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DRAM achieved / ceiling GB/s. GREEN = MEASURED (A55 + G310 at the i.MX95 DDR controller -- six A55s take 64% of the whole chip's bus; the OFA rows by Jetson EMC sampling, ~idle). † = DERIVED: the 4.50 GB/frame streaming byte model / the measured frame time, cache-reuse-free so a slight under-count (it reproduces the measured A55x6 cell at 80%). Every ceiling is MEASURED by copy probe. RED = the A78C cell withdrawn as window-dependent -- see the withdrawn-cell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esults_b.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0">
                          <a:solidFill>
                            <a:srgbClr val="202124"/>
                          </a:solidFill>
                        </a:rPr>
                        <a:t>508 †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107 †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63 †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25.4 †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D93025"/>
                          </a:solidFill>
                        </a:rPr>
                        <a:t>withdrawn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16.3 †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11.9 †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10.2 †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9.4 †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1">
                          <a:solidFill>
                            <a:srgbClr val="187A33"/>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1">
                          <a:solidFill>
                            <a:srgbClr val="187A33"/>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1.7 †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DRAM achieved / ceiling GB/s. GREEN = MEASURED at the i.MX95 DDR controller (67% of the chip's bus at six threads). † = DERIVED: C's own 6.07 GB/frame byte model (B's 4.50 scaled by searched pixels, 1.35x) / the measured frame time -- same cache-reuse-free under-count, reproducing the measured A55x6 cell at 78%, which matches B's 80% and is the cross-check that the scaling is honest. RED = the A78C cell withdrawn as window-dependent. OFA rows blank: a different algorithm, so this model would be fiction.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was measured by the</a:t>
            </a:r>
          </a:p>
          <a:p>
            <a:r>
              <a:rPr sz="1300">
                <a:solidFill>
                  <a:srgbClr val="202124"/>
                </a:solidFill>
                <a:latin typeface="Calibri"/>
              </a:rPr>
              <a:t>collaborating session running multiscale/sgm_ms_neon.c UNMODIFIED on their</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Contributed port, independently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