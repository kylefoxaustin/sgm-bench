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554480"/>
                <a:gridCol w="1371600"/>
                <a:gridCol w="1737360"/>
                <a:gridCol w="219456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throughput only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9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= W x H x D / runtime.  Valid for comparing implementations at a FIXED configuration; it is the wrong unit for CHOOSING one, because the optics fix 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